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ow" charset="1" panose="00000500000000000000"/>
      <p:regular r:id="rId13"/>
    </p:embeddedFont>
    <p:embeddedFont>
      <p:font typeface="Questrial" charset="1" panose="02000000000000000000"/>
      <p:regular r:id="rId14"/>
    </p:embeddedFont>
    <p:embeddedFont>
      <p:font typeface="Antonio Bold" charset="1" panose="02000803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tbtha/tejedoraypunto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7378" y="1666878"/>
            <a:ext cx="6953243" cy="6953243"/>
          </a:xfrm>
          <a:custGeom>
            <a:avLst/>
            <a:gdLst/>
            <a:ahLst/>
            <a:cxnLst/>
            <a:rect r="r" b="b" t="t" l="l"/>
            <a:pathLst>
              <a:path h="6953243" w="6953243">
                <a:moveTo>
                  <a:pt x="0" y="0"/>
                </a:moveTo>
                <a:lnTo>
                  <a:pt x="6953244" y="0"/>
                </a:lnTo>
                <a:lnTo>
                  <a:pt x="6953244" y="6953244"/>
                </a:lnTo>
                <a:lnTo>
                  <a:pt x="0" y="6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246370" cy="524637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5040630"/>
            <a:ext cx="5246370" cy="524637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749632" y="9614000"/>
            <a:ext cx="2788737" cy="36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  <a:spcBef>
                <a:spcPct val="0"/>
              </a:spcBef>
            </a:pPr>
            <a:r>
              <a:rPr lang="en-US" sz="218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Tabatha Gamboa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027898" y="5040630"/>
            <a:ext cx="5246370" cy="524637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41630" y="0"/>
            <a:ext cx="5246370" cy="524637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5909" y="9184414"/>
            <a:ext cx="4688374" cy="1437270"/>
          </a:xfrm>
          <a:custGeom>
            <a:avLst/>
            <a:gdLst/>
            <a:ahLst/>
            <a:cxnLst/>
            <a:rect r="r" b="b" t="t" l="l"/>
            <a:pathLst>
              <a:path h="1437270" w="4688374">
                <a:moveTo>
                  <a:pt x="0" y="0"/>
                </a:moveTo>
                <a:lnTo>
                  <a:pt x="4688374" y="0"/>
                </a:lnTo>
                <a:lnTo>
                  <a:pt x="4688374" y="1437270"/>
                </a:lnTo>
                <a:lnTo>
                  <a:pt x="0" y="143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97534" y="9184414"/>
            <a:ext cx="4688374" cy="1437270"/>
          </a:xfrm>
          <a:custGeom>
            <a:avLst/>
            <a:gdLst/>
            <a:ahLst/>
            <a:cxnLst/>
            <a:rect r="r" b="b" t="t" l="l"/>
            <a:pathLst>
              <a:path h="1437270" w="4688374">
                <a:moveTo>
                  <a:pt x="0" y="0"/>
                </a:moveTo>
                <a:lnTo>
                  <a:pt x="4688375" y="0"/>
                </a:lnTo>
                <a:lnTo>
                  <a:pt x="4688375" y="1437270"/>
                </a:lnTo>
                <a:lnTo>
                  <a:pt x="0" y="143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09160" y="9184414"/>
            <a:ext cx="4688374" cy="1437270"/>
          </a:xfrm>
          <a:custGeom>
            <a:avLst/>
            <a:gdLst/>
            <a:ahLst/>
            <a:cxnLst/>
            <a:rect r="r" b="b" t="t" l="l"/>
            <a:pathLst>
              <a:path h="1437270" w="4688374">
                <a:moveTo>
                  <a:pt x="0" y="0"/>
                </a:moveTo>
                <a:lnTo>
                  <a:pt x="4688374" y="0"/>
                </a:lnTo>
                <a:lnTo>
                  <a:pt x="4688374" y="1437270"/>
                </a:lnTo>
                <a:lnTo>
                  <a:pt x="0" y="143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9215" y="9184414"/>
            <a:ext cx="4688374" cy="1437270"/>
          </a:xfrm>
          <a:custGeom>
            <a:avLst/>
            <a:gdLst/>
            <a:ahLst/>
            <a:cxnLst/>
            <a:rect r="r" b="b" t="t" l="l"/>
            <a:pathLst>
              <a:path h="1437270" w="4688374">
                <a:moveTo>
                  <a:pt x="0" y="0"/>
                </a:moveTo>
                <a:lnTo>
                  <a:pt x="4688375" y="0"/>
                </a:lnTo>
                <a:lnTo>
                  <a:pt x="4688375" y="1437270"/>
                </a:lnTo>
                <a:lnTo>
                  <a:pt x="0" y="143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69150" y="181270"/>
            <a:ext cx="8149700" cy="7059678"/>
          </a:xfrm>
          <a:custGeom>
            <a:avLst/>
            <a:gdLst/>
            <a:ahLst/>
            <a:cxnLst/>
            <a:rect r="r" b="b" t="t" l="l"/>
            <a:pathLst>
              <a:path h="7059678" w="8149700">
                <a:moveTo>
                  <a:pt x="0" y="0"/>
                </a:moveTo>
                <a:lnTo>
                  <a:pt x="8149700" y="0"/>
                </a:lnTo>
                <a:lnTo>
                  <a:pt x="8149700" y="7059678"/>
                </a:lnTo>
                <a:lnTo>
                  <a:pt x="0" y="7059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0000" y="7507952"/>
            <a:ext cx="17430174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Tejedor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y P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nto 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una apl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aci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ón web de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sar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rollada desde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ero, q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gra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atálogo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produc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os,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blog y gestión como administrador. El proyecto busca conectar lo artesanal con lo digital, utilizando una arquitectura modular, validaciones personalizadas y una estética coherente con la identidad del emprendimiento.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desarr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llo 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ori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nta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la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scalabilidad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onal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y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alid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z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v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isua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l,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permi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ndo que cada co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mp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onente (prod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for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ular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o,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trada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edi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oria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eje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pr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opósi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 y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enti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do.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84332" y="4594071"/>
            <a:ext cx="5656777" cy="5105241"/>
          </a:xfrm>
          <a:custGeom>
            <a:avLst/>
            <a:gdLst/>
            <a:ahLst/>
            <a:cxnLst/>
            <a:rect r="r" b="b" t="t" l="l"/>
            <a:pathLst>
              <a:path h="5105241" w="5656777">
                <a:moveTo>
                  <a:pt x="0" y="0"/>
                </a:moveTo>
                <a:lnTo>
                  <a:pt x="5656777" y="0"/>
                </a:lnTo>
                <a:lnTo>
                  <a:pt x="5656777" y="5105242"/>
                </a:lnTo>
                <a:lnTo>
                  <a:pt x="0" y="510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58538" y="4594071"/>
            <a:ext cx="7005477" cy="5105241"/>
          </a:xfrm>
          <a:custGeom>
            <a:avLst/>
            <a:gdLst/>
            <a:ahLst/>
            <a:cxnLst/>
            <a:rect r="r" b="b" t="t" l="l"/>
            <a:pathLst>
              <a:path h="5105241" w="7005477">
                <a:moveTo>
                  <a:pt x="0" y="0"/>
                </a:moveTo>
                <a:lnTo>
                  <a:pt x="7005477" y="0"/>
                </a:lnTo>
                <a:lnTo>
                  <a:pt x="7005477" y="5105242"/>
                </a:lnTo>
                <a:lnTo>
                  <a:pt x="0" y="5105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64434"/>
            <a:ext cx="14989967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Req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miento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func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les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Vis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zación de producto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 im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gen, desc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ip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ión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y pr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io.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nici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sesió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 usu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arios.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ón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carr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 de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compras.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bl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cación y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ió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en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radas de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blog.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 adm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istra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ón para pro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du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 imáge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Val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dación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form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ula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rios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j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editor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7675"/>
            <a:ext cx="886515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REQUERIMI</a:t>
            </a:r>
            <a:r>
              <a:rPr lang="en-US" b="true" sz="6000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ENTOS DEL SISTEMA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61006" y="3746599"/>
            <a:ext cx="3885691" cy="6356958"/>
          </a:xfrm>
          <a:custGeom>
            <a:avLst/>
            <a:gdLst/>
            <a:ahLst/>
            <a:cxnLst/>
            <a:rect r="r" b="b" t="t" l="l"/>
            <a:pathLst>
              <a:path h="6356958" w="3885691">
                <a:moveTo>
                  <a:pt x="0" y="0"/>
                </a:moveTo>
                <a:lnTo>
                  <a:pt x="3885691" y="0"/>
                </a:lnTo>
                <a:lnTo>
                  <a:pt x="388569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56494" y="3746599"/>
            <a:ext cx="3925422" cy="6356958"/>
          </a:xfrm>
          <a:custGeom>
            <a:avLst/>
            <a:gdLst/>
            <a:ahLst/>
            <a:cxnLst/>
            <a:rect r="r" b="b" t="t" l="l"/>
            <a:pathLst>
              <a:path h="6356958" w="3925422">
                <a:moveTo>
                  <a:pt x="0" y="0"/>
                </a:moveTo>
                <a:lnTo>
                  <a:pt x="3925422" y="0"/>
                </a:lnTo>
                <a:lnTo>
                  <a:pt x="392542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7675"/>
            <a:ext cx="886515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REQUERIMI</a:t>
            </a:r>
            <a:r>
              <a:rPr lang="en-US" b="true" sz="6000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ENTOS DEL SISTEMA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64434"/>
            <a:ext cx="9624893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Req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nto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no funcion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les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sibilid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dis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itiv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m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óv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Seguridad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bás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medi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nte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al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ción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ro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es y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og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 acti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idad.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Modularidad d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código 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facili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m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nt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en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imi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ent</a:t>
            </a:r>
            <a:r>
              <a:rPr lang="en-US" sz="2400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8909" y="5479342"/>
            <a:ext cx="8011303" cy="4546415"/>
          </a:xfrm>
          <a:custGeom>
            <a:avLst/>
            <a:gdLst/>
            <a:ahLst/>
            <a:cxnLst/>
            <a:rect r="r" b="b" t="t" l="l"/>
            <a:pathLst>
              <a:path h="4546415" w="8011303">
                <a:moveTo>
                  <a:pt x="0" y="0"/>
                </a:moveTo>
                <a:lnTo>
                  <a:pt x="8011304" y="0"/>
                </a:lnTo>
                <a:lnTo>
                  <a:pt x="8011304" y="4546414"/>
                </a:lnTo>
                <a:lnTo>
                  <a:pt x="0" y="4546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045" y="6768728"/>
            <a:ext cx="5184806" cy="1967641"/>
          </a:xfrm>
          <a:custGeom>
            <a:avLst/>
            <a:gdLst/>
            <a:ahLst/>
            <a:cxnLst/>
            <a:rect r="r" b="b" t="t" l="l"/>
            <a:pathLst>
              <a:path h="1967641" w="5184806">
                <a:moveTo>
                  <a:pt x="0" y="0"/>
                </a:moveTo>
                <a:lnTo>
                  <a:pt x="5184806" y="0"/>
                </a:lnTo>
                <a:lnTo>
                  <a:pt x="5184806" y="1967642"/>
                </a:lnTo>
                <a:lnTo>
                  <a:pt x="0" y="1967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2699" y="447675"/>
            <a:ext cx="806130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H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E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RR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A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M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I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E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N</a:t>
            </a: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TAS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795" y="1669361"/>
            <a:ext cx="16230600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HTM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em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ánt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co: 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ctura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y acce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ble.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CSS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m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odular: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ilos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co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here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 la id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v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ual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proyec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JavaScript: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lida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nes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ó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 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ole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inter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ón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di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ná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ca.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ac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nes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per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naliza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as: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mens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je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editor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ial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y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trol 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 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rrores.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Arqu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ra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mod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ular: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funci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es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lizabl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s,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ponen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 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scalab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es.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b: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contro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de vers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,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cume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tación y de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pli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08333" y="3656124"/>
            <a:ext cx="3583543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CONCLUSIÓN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0771" y="5346251"/>
            <a:ext cx="1574645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Este pr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oyecto no solo resuelve necesidades funcionales, sino que transmite una visi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ó</a:t>
            </a: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n: integrar lo artesanal y lo digital con coherencia, sensibilidad y propósito.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Tejedora y Punto es una plataforma que respeta la lógica del oficio, la estética del territorio y la experiencia del usuario, desde el código hasta el relato.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0947" y="3675075"/>
            <a:ext cx="12486106" cy="275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9"/>
              </a:lnSpc>
            </a:pPr>
            <a:r>
              <a:rPr lang="en-US" b="true" sz="1612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GRACIAS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84695" y="6252412"/>
            <a:ext cx="891861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pc="338" u="sng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  <a:hlinkClick r:id="rId2" tooltip="https://github.com/tbtha/tejedoraypunto"/>
              </a:rPr>
              <a:t>https://github.com/tbtha/tejedoraypunto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DAGyQ-vAok8</dc:identifier>
  <dcterms:modified xsi:type="dcterms:W3CDTF">2011-08-01T06:04:30Z</dcterms:modified>
  <cp:revision>1</cp:revision>
  <dc:title>personal</dc:title>
</cp:coreProperties>
</file>